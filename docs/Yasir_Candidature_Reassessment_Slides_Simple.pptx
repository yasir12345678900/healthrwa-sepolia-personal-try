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80d51b6-6204-3361-231c-5c33948cef92}">
          <p14:sldIdLst>
            <p14:sldId id="256"/>
            <p14:sldId id="257"/>
          </p14:sldIdLst>
        </p14:section>
        <p14:section name="The Problem" id="{5c92d5d1-f524-47c0-1493-d40652b59a14}">
          <p14:sldIdLst>
            <p14:sldId id="258"/>
            <p14:sldId id="259"/>
          </p14:sldIdLst>
        </p14:section>
        <p14:section name="Literature Review" id="{ea489622-35ed-9824-fa62-5a423009d18d}">
          <p14:sldIdLst>
            <p14:sldId id="260"/>
            <p14:sldId id="261"/>
          </p14:sldIdLst>
        </p14:section>
        <p14:section name="Gaps, Questions and Objectives" id="{69d8a588-5cd5-6aba-0572-614a5a6e148c}">
          <p14:sldIdLst>
            <p14:sldId id="262"/>
            <p14:sldId id="263"/>
            <p14:sldId id="264"/>
            <p14:sldId id="265"/>
          </p14:sldIdLst>
        </p14:section>
        <p14:section name="The Framework" id="{4fc674ed-d211-7f65-9b3e-fcfbad601672}">
          <p14:sldIdLst>
            <p14:sldId id="266"/>
            <p14:sldId id="267"/>
            <p14:sldId id="268"/>
            <p14:sldId id="269"/>
            <p14:sldId id="270"/>
            <p14:sldId id="271"/>
            <p14:sldId id="272"/>
            <p14:sldId id="273"/>
          </p14:sldIdLst>
        </p14:section>
        <p14:section name="Validation and Evaluation" id="{85d08de9-f590-c775-86c8-8e737747c297}">
          <p14:sldIdLst>
            <p14:sldId id="274"/>
            <p14:sldId id="275"/>
            <p14:sldId id="276"/>
          </p14:sldIdLst>
        </p14:section>
        <p14:section name="Contribution" id="{b5552c2c-224b-d105-1bbe-c0b49d9946cf}">
          <p14:sldIdLst>
            <p14:sldId id="277"/>
            <p14:sldId id="278"/>
            <p14:sldId id="279"/>
          </p14:sldIdLst>
        </p14:section>
        <p14:section name="What is Still Open" id="{03709114-8219-2dec-1abc-c46c68de5691}">
          <p14:sldIdLst>
            <p14:sldId id="280"/>
          </p14:sldIdLst>
        </p14:section>
        <p14:section name="Research Plan" id="{f16b390a-79a2-66bf-9bea-d28ae49bf9c0}">
          <p14:sldIdLst>
            <p14:sldId id="281"/>
            <p14:sldId id="282"/>
          </p14:sldIdLst>
        </p14:section>
        <p14:section name="Demo: The HALAH Prototype" id="{1b1a5610-e2a3-7c9d-1f6d-79d1ffe8f477}">
          <p14:sldIdLst>
            <p14:sldId id="283"/>
            <p14:sldId id="284"/>
            <p14:sldId id="285"/>
            <p14:sldId id="286"/>
            <p14:sldId id="287"/>
            <p14:sldId id="288"/>
            <p14:sldId id="289"/>
            <p14:sldId id="290"/>
            <p14:sldId id="291"/>
            <p14:sldId id="292"/>
            <p14:sldId id="293"/>
          </p14:sldIdLst>
        </p14:section>
        <p14:section name="References" id="{6acd52a1-3668-b5b2-2f43-cdf90ff2bf51}">
          <p14:sldIdLst>
            <p14:sldId id="294"/>
            <p14:sldId id="295"/>
            <p14:sldId id="296"/>
            <p14:sldId id="297"/>
            <p14:sldId id="298"/>
            <p14:sldId id="299"/>
          </p14:sldIdLst>
        </p14:section>
        <p14:section name="Thank You" id="{d91ed6d0-21a5-6fd7-e432-5826a5eb7a8e}">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For example, a signer who is not a guardian. A replayed or duplicate approval. A request outside the data scope. An expired or cancelled consent. A tampered proof. Before the hardening on the first of October, three attacks got through when the service functions were called directly. After the hardening, eleven of twelve are refused. The last one, A11, changes a stored digest. The prototype does not compare that digest yet, so it is marked neutral.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2026-10-06T13:14:15Z</dcterms:created>
  <dcterms:modified xsi:type="dcterms:W3CDTF">2026-10-06T13:14:15Z</dcterms:modified>
</cp:coreProperties>
</file>