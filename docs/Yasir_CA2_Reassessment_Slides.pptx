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c759a7-6b11-fbf2-6af3-6fcb1ac1dbe0}">
          <p14:sldIdLst>
            <p14:sldId id="256"/>
          </p14:sldIdLst>
        </p14:section>
        <p14:section name="Outline" id="{c43db1f7-9cfa-2bce-5437-7a9c18e90f72}">
          <p14:sldIdLst>
            <p14:sldId id="257"/>
          </p14:sldIdLst>
        </p14:section>
        <p14:section name="Introduction" id="{bb50cdf8-b64e-80d5-883d-7a91f4a59c23}">
          <p14:sldIdLst>
            <p14:sldId id="258"/>
            <p14:sldId id="259"/>
          </p14:sldIdLst>
        </p14:section>
        <p14:section name="Systematic Literature Review" id="{303d71ca-edb6-9644-119c-1ea87f1a6dc1}">
          <p14:sldIdLst>
            <p14:sldId id="260"/>
            <p14:sldId id="261"/>
            <p14:sldId id="262"/>
            <p14:sldId id="263"/>
            <p14:sldId id="264"/>
            <p14:sldId id="265"/>
            <p14:sldId id="266"/>
            <p14:sldId id="267"/>
          </p14:sldIdLst>
        </p14:section>
        <p14:section name="Research Gaps" id="{1154af56-7800-9a1a-9e1b-52b8855787a2}">
          <p14:sldIdLst>
            <p14:sldId id="268"/>
          </p14:sldIdLst>
        </p14:section>
        <p14:section name="Research Questions" id="{5b73af65-d9dd-0e94-4b4d-351a379230a3}">
          <p14:sldIdLst>
            <p14:sldId id="269"/>
            <p14:sldId id="270"/>
          </p14:sldIdLst>
        </p14:section>
        <p14:section name="Research Objectives" id="{50e3ad23-be4c-9bf6-49e5-9336550b02f4}">
          <p14:sldIdLst>
            <p14:sldId id="271"/>
          </p14:sldIdLst>
        </p14:section>
        <p14:section name="Research Methodology" id="{4255a9ce-595c-ac5a-1403-140ca9258249}">
          <p14:sldIdLst>
            <p14:sldId id="272"/>
          </p14:sldIdLst>
        </p14:section>
        <p14:section name="Research Architecture" id="{520e350a-07c7-a6eb-308d-28299b631785}">
          <p14:sldIdLst>
            <p14:sldId id="273"/>
          </p14:sldIdLst>
        </p14:section>
        <p14:section name="The Proposed Solutions" id="{fb9d545e-acd4-256b-4f01-7d636bdbe8a4}">
          <p14:sldIdLst>
            <p14:sldId id="274"/>
            <p14:sldId id="275"/>
            <p14:sldId id="276"/>
            <p14:sldId id="277"/>
            <p14:sldId id="278"/>
            <p14:sldId id="279"/>
            <p14:sldId id="280"/>
          </p14:sldIdLst>
        </p14:section>
        <p14:section name="Implementation and Evaluation" id="{8a9aca88-b8e6-d7bf-9416-68a96899a819}">
          <p14:sldIdLst>
            <p14:sldId id="281"/>
            <p14:sldId id="282"/>
            <p14:sldId id="283"/>
            <p14:sldId id="284"/>
            <p14:sldId id="285"/>
            <p14:sldId id="286"/>
            <p14:sldId id="287"/>
          </p14:sldIdLst>
        </p14:section>
        <p14:section name="Significance of the Research" id="{e85a7457-1f4a-85ac-2372-95e9699d73ea}">
          <p14:sldIdLst>
            <p14:sldId id="288"/>
            <p14:sldId id="289"/>
            <p14:sldId id="290"/>
            <p14:sldId id="291"/>
          </p14:sldIdLst>
        </p14:section>
        <p14:section name="Research Plan" id="{af280e70-dcff-39ae-c44a-9a736946cce2}">
          <p14:sldIdLst>
            <p14:sldId id="292"/>
            <p14:sldId id="293"/>
          </p14:sldIdLst>
        </p14:section>
        <p14:section name="References" id="{f1b3de90-1fa9-093f-df66-edbddb7bbb87}">
          <p14:sldIdLst>
            <p14:sldId id="294"/>
            <p14:sldId id="295"/>
            <p14:sldId id="296"/>
            <p14:sldId id="297"/>
            <p14:sldId id="298"/>
            <p14:sldId id="299"/>
          </p14:sldIdLst>
        </p14:section>
        <p14:section name="Thank You" id="{fbcf2e95-a18a-0ccd-4905-e9fd1c766eff}">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2026-10-06T16:42:46Z</dcterms:created>
  <dcterms:modified xsi:type="dcterms:W3CDTF">2026-10-06T16:42:46Z</dcterms:modified>
</cp:coreProperties>
</file>