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619b51cd-6735-0102-b81e-e75b10fde4cf}">
          <p14:sldIdLst>
            <p14:sldId id="256"/>
            <p14:sldId id="257"/>
          </p14:sldIdLst>
        </p14:section>
        <p14:section name="The Problem" id="{6eccf562-f3d7-f9d4-4014-19fb159c15f8}">
          <p14:sldIdLst>
            <p14:sldId id="258"/>
            <p14:sldId id="259"/>
          </p14:sldIdLst>
        </p14:section>
        <p14:section name="Literature Review" id="{d6afd146-06b4-a93d-3319-6ff9fb805230}">
          <p14:sldIdLst>
            <p14:sldId id="260"/>
            <p14:sldId id="261"/>
          </p14:sldIdLst>
        </p14:section>
        <p14:section name="Gap, Questions and Objectives" id="{6fba7947-d364-ce0f-f321-8d7f5f386eb9}">
          <p14:sldIdLst>
            <p14:sldId id="262"/>
            <p14:sldId id="263"/>
            <p14:sldId id="264"/>
            <p14:sldId id="265"/>
          </p14:sldIdLst>
        </p14:section>
        <p14:section name="The Framework" id="{a12af2cc-84b6-4067-420b-95b122b4bf2c}">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c93f88ec-02fc-5363-93f9-3d3cb59c89f2}">
          <p14:sldIdLst>
            <p14:sldId id="280"/>
            <p14:sldId id="281"/>
            <p14:sldId id="282"/>
            <p14:sldId id="283"/>
          </p14:sldIdLst>
        </p14:section>
        <p14:section name="Contribution" id="{ebeeb37e-60d4-cc5b-62d6-e2f18166cfff}">
          <p14:sldIdLst>
            <p14:sldId id="284"/>
            <p14:sldId id="285"/>
            <p14:sldId id="286"/>
            <p14:sldId id="287"/>
          </p14:sldIdLst>
        </p14:section>
        <p14:section name="What is Still Open" id="{8c7b8ea0-5c74-1948-c3d3-737c4745f3fa}">
          <p14:sldIdLst>
            <p14:sldId id="288"/>
          </p14:sldIdLst>
        </p14:section>
        <p14:section name="Research Plan" id="{9b96c928-9654-265f-b5da-9d7b0cb8ba76}">
          <p14:sldIdLst>
            <p14:sldId id="289"/>
            <p14:sldId id="290"/>
            <p14:sldId id="291"/>
          </p14:sldIdLst>
        </p14:section>
        <p14:section name="Demo: The HALAH Prototype" id="{2f4e1001-83fc-acc6-62eb-1862e5ff6044}">
          <p14:sldIdLst>
            <p14:sldId id="292"/>
            <p14:sldId id="293"/>
            <p14:sldId id="294"/>
            <p14:sldId id="295"/>
            <p14:sldId id="296"/>
            <p14:sldId id="297"/>
            <p14:sldId id="298"/>
            <p14:sldId id="299"/>
          </p14:sldIdLst>
        </p14:section>
        <p14:section name="References" id="{969ac54c-be66-8d36-ead7-a71a9b6efc1a}">
          <p14:sldIdLst>
            <p14:sldId id="300"/>
          </p14:sldIdLst>
        </p14:section>
        <p14:section name="Thank You" id="{36be8720-21f0-cdf6-2544-29cba6bc5506}">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2.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20040">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2004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715000"/>
            <a:ext cx="7315200" cy="91440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PUBLICATIONS</a:t>
            </a:r>
            <a:endParaRPr lang="en-US" sz="3000" dirty="0"/>
          </a:p>
        </p:txBody>
      </p:sp>
      <p:graphicFrame>
        <p:nvGraphicFramePr>
          <p:cNvPr id="35"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a:t>
                      </a:r>
                      <a:r>
                        <a:rPr lang="en-US" sz="1400" b="1" dirty="0">
                          <a:solidFill>
                            <a:srgbClr val="0B1F33"/>
                          </a:solidFill>
                          <a:highlight>
                            <a:srgbClr val="FFFF00"/>
                          </a:highlight>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a:t>
                      </a:r>
                      <a:r>
                        <a:rPr lang="en-US" sz="1400" b="1" dirty="0">
                          <a:solidFill>
                            <a:srgbClr val="0B1F33"/>
                          </a:solidFill>
                          <a:highlight>
                            <a:srgbClr val="FFFF00"/>
                          </a:highlight>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a:t>
                      </a:r>
                      <a:r>
                        <a:rPr lang="en-US" sz="1350" b="1" dirty="0">
                          <a:solidFill>
                            <a:srgbClr val="0B1F33"/>
                          </a:solidFill>
                          <a:highlight>
                            <a:srgbClr val="FFFF00"/>
                          </a:highlight>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a:t>
                      </a:r>
                      <a:r>
                        <a:rPr lang="en-US" sz="1350" b="1" dirty="0">
                          <a:solidFill>
                            <a:srgbClr val="0B1F33"/>
                          </a:solidFill>
                          <a:highlight>
                            <a:srgbClr val="FFFF00"/>
                          </a:highlight>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c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c" descr="/tmp/deck/img/yellow/F25c.png">    </p:cNvPr>
          <p:cNvPicPr>
            <a:picLocks noChangeAspect="1"/>
          </p:cNvPicPr>
          <p:nvPr/>
        </p:nvPicPr>
        <p:blipFill>
          <a:blip r:embed="rId2"/>
          <a:stretch>
            <a:fillRect/>
          </a:stretch>
        </p:blipFill>
        <p:spPr>
          <a:xfrm>
            <a:off x="6281928" y="2924426"/>
            <a:ext cx="5175504" cy="1649228"/>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2026-10-12T13:15:22Z</dcterms:created>
  <dcterms:modified xsi:type="dcterms:W3CDTF">2026-10-12T13:15:22Z</dcterms:modified>
</cp:coreProperties>
</file>