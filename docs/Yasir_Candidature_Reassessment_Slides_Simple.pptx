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6ccbd2b-3189-9a5f-63de-a2d107de17a7}">
          <p14:sldIdLst>
            <p14:sldId id="256"/>
            <p14:sldId id="257"/>
          </p14:sldIdLst>
        </p14:section>
        <p14:section name="The Problem" id="{47251e53-6d7e-ae2c-1242-4385ce994dd9}">
          <p14:sldIdLst>
            <p14:sldId id="258"/>
            <p14:sldId id="259"/>
          </p14:sldIdLst>
        </p14:section>
        <p14:section name="Literature Review" id="{112dbca8-c0aa-8d87-077a-601c4df0f72b}">
          <p14:sldIdLst>
            <p14:sldId id="260"/>
            <p14:sldId id="261"/>
          </p14:sldIdLst>
        </p14:section>
        <p14:section name="Gap, Questions and Objectives" id="{45a7deeb-9167-f203-3bd9-1b5144a0b110}">
          <p14:sldIdLst>
            <p14:sldId id="262"/>
            <p14:sldId id="263"/>
            <p14:sldId id="264"/>
            <p14:sldId id="265"/>
          </p14:sldIdLst>
        </p14:section>
        <p14:section name="The Framework" id="{9b7173b1-1cee-01c6-c4b5-c18b9aa23fad}">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051f86e1-6182-7894-3157-adb508631f50}">
          <p14:sldIdLst>
            <p14:sldId id="280"/>
            <p14:sldId id="281"/>
            <p14:sldId id="282"/>
            <p14:sldId id="283"/>
          </p14:sldIdLst>
        </p14:section>
        <p14:section name="Contribution" id="{8541188c-6e51-4cfb-d8a2-37e54d24ddf7}">
          <p14:sldIdLst>
            <p14:sldId id="284"/>
            <p14:sldId id="285"/>
            <p14:sldId id="286"/>
            <p14:sldId id="287"/>
          </p14:sldIdLst>
        </p14:section>
        <p14:section name="What is Still Open" id="{8b954f0b-b1a8-9795-b739-baf407069bda}">
          <p14:sldIdLst>
            <p14:sldId id="288"/>
          </p14:sldIdLst>
        </p14:section>
        <p14:section name="Research Plan" id="{85bc6a5c-3a90-127c-cd00-16b1a4fdb380}">
          <p14:sldIdLst>
            <p14:sldId id="289"/>
            <p14:sldId id="290"/>
          </p14:sldIdLst>
        </p14:section>
        <p14:section name="Demo: The HALAH Prototype" id="{7083594b-6966-f046-112b-d62173d1cc0a}">
          <p14:sldIdLst>
            <p14:sldId id="291"/>
            <p14:sldId id="292"/>
            <p14:sldId id="293"/>
            <p14:sldId id="294"/>
            <p14:sldId id="295"/>
            <p14:sldId id="296"/>
            <p14:sldId id="297"/>
            <p14:sldId id="298"/>
          </p14:sldIdLst>
        </p14:section>
        <p14:section name="References" id="{f62c83e3-30a4-4a5c-7493-91437b512ebc}">
          <p14:sldIdLst>
            <p14:sldId id="299"/>
          </p14:sldIdLst>
        </p14:section>
        <p14:section name="Thank You" id="{ed15d648-5d57-897a-9077-a231e8af263d}">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
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
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
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
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
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
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2.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ALG1.png">    </p:cNvPr>
          <p:cNvPicPr>
            <a:picLocks noChangeAspect="1"/>
          </p:cNvPicPr>
          <p:nvPr/>
        </p:nvPicPr>
        <p:blipFill>
          <a:blip r:embed="rId1"/>
          <a:stretch>
            <a:fillRect/>
          </a:stretch>
        </p:blipFill>
        <p:spPr>
          <a:xfrm>
            <a:off x="6144768" y="1855182"/>
            <a:ext cx="5495544"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1FB5D6"/>
                </a:solidFill>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FFFFFF"/>
                </a:solidFill>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ALG2.png">    </p:cNvPr>
          <p:cNvPicPr>
            <a:picLocks noChangeAspect="1"/>
          </p:cNvPicPr>
          <p:nvPr/>
        </p:nvPicPr>
        <p:blipFill>
          <a:blip r:embed="rId1"/>
          <a:stretch>
            <a:fillRect/>
          </a:stretch>
        </p:blipFill>
        <p:spPr>
          <a:xfrm>
            <a:off x="6405761" y="1069848"/>
            <a:ext cx="497355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1FB5D6"/>
                </a:solidFill>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ALG3.png">    </p:cNvPr>
          <p:cNvPicPr>
            <a:picLocks noChangeAspect="1"/>
          </p:cNvPicPr>
          <p:nvPr/>
        </p:nvPicPr>
        <p:blipFill>
          <a:blip r:embed="rId1"/>
          <a:stretch>
            <a:fillRect/>
          </a:stretch>
        </p:blipFill>
        <p:spPr>
          <a:xfrm>
            <a:off x="6741964" y="1069848"/>
            <a:ext cx="4301152"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1FB5D6"/>
                </a:solidFill>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FFFFFF"/>
                </a:solidFill>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ALG4.png">    </p:cNvPr>
          <p:cNvPicPr>
            <a:picLocks noChangeAspect="1"/>
          </p:cNvPicPr>
          <p:nvPr/>
        </p:nvPicPr>
        <p:blipFill>
          <a:blip r:embed="rId1"/>
          <a:stretch>
            <a:fillRect/>
          </a:stretch>
        </p:blipFill>
        <p:spPr>
          <a:xfrm>
            <a:off x="6761547" y="1069848"/>
            <a:ext cx="42619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1FB5D6"/>
                </a:solidFill>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FFFFFF"/>
                </a:solidFill>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ALG5.png">    </p:cNvPr>
          <p:cNvPicPr>
            <a:picLocks noChangeAspect="1"/>
          </p:cNvPicPr>
          <p:nvPr/>
        </p:nvPicPr>
        <p:blipFill>
          <a:blip r:embed="rId1"/>
          <a:stretch>
            <a:fillRect/>
          </a:stretch>
        </p:blipFill>
        <p:spPr>
          <a:xfrm>
            <a:off x="6357807" y="1069848"/>
            <a:ext cx="506946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1FB5D6"/>
                </a:solidFill>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6144768" y="1829116"/>
            <a:ext cx="5495544"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1FB5D6"/>
                </a:solidFill>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F25c.png">    </p:cNvPr>
          <p:cNvPicPr>
            <a:picLocks noChangeAspect="1"/>
          </p:cNvPicPr>
          <p:nvPr/>
        </p:nvPicPr>
        <p:blipFill>
          <a:blip r:embed="rId2"/>
          <a:stretch>
            <a:fillRect/>
          </a:stretch>
        </p:blipFill>
        <p:spPr>
          <a:xfrm>
            <a:off x="6281928" y="2980123"/>
            <a:ext cx="5175504" cy="1537835"/>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2026-10-12T12:45:09Z</dcterms:created>
  <dcterms:modified xsi:type="dcterms:W3CDTF">2026-10-12T12:45:09Z</dcterms:modified>
</cp:coreProperties>
</file>