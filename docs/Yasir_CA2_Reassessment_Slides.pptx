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5aafb40-90e6-de50-5ac8-b0cc77f2810d}">
          <p14:sldIdLst>
            <p14:sldId id="256"/>
          </p14:sldIdLst>
        </p14:section>
        <p14:section name="Outline" id="{ea7a5c19-5b99-fbd8-374f-1a2881304b9e}">
          <p14:sldIdLst>
            <p14:sldId id="257"/>
          </p14:sldIdLst>
        </p14:section>
        <p14:section name="Introduction" id="{b8599cfe-76c4-b546-db54-fa37b76c779d}">
          <p14:sldIdLst>
            <p14:sldId id="258"/>
            <p14:sldId id="259"/>
          </p14:sldIdLst>
        </p14:section>
        <p14:section name="Systematic Literature Review" id="{6b5d01c8-9fb6-b615-3a18-f9420c0e0491}">
          <p14:sldIdLst>
            <p14:sldId id="260"/>
            <p14:sldId id="261"/>
            <p14:sldId id="262"/>
            <p14:sldId id="263"/>
            <p14:sldId id="264"/>
            <p14:sldId id="265"/>
            <p14:sldId id="266"/>
            <p14:sldId id="267"/>
          </p14:sldIdLst>
        </p14:section>
        <p14:section name="Research Gaps" id="{4d1e73b2-60ed-dcd2-8142-f6151e7c4cff}">
          <p14:sldIdLst>
            <p14:sldId id="268"/>
          </p14:sldIdLst>
        </p14:section>
        <p14:section name="Research Questions" id="{b24719c0-db47-83ae-f479-bdfb8ddc9deb}">
          <p14:sldIdLst>
            <p14:sldId id="269"/>
            <p14:sldId id="270"/>
          </p14:sldIdLst>
        </p14:section>
        <p14:section name="Research Objectives" id="{c0e738ca-4143-7fdb-cc5f-8a677839cb74}">
          <p14:sldIdLst>
            <p14:sldId id="271"/>
          </p14:sldIdLst>
        </p14:section>
        <p14:section name="Research Methodology" id="{f0dbc543-1257-a977-c54d-e592e75fba5e}">
          <p14:sldIdLst>
            <p14:sldId id="272"/>
          </p14:sldIdLst>
        </p14:section>
        <p14:section name="Research Architecture" id="{2e41452a-4bf0-5d07-9615-5a65194ce6fc}">
          <p14:sldIdLst>
            <p14:sldId id="273"/>
          </p14:sldIdLst>
        </p14:section>
        <p14:section name="The Proposed Solutions" id="{ef9fcfdd-9a15-e36e-e0d4-cb3f0bf724ab}">
          <p14:sldIdLst>
            <p14:sldId id="274"/>
            <p14:sldId id="275"/>
            <p14:sldId id="276"/>
            <p14:sldId id="277"/>
            <p14:sldId id="278"/>
            <p14:sldId id="279"/>
            <p14:sldId id="280"/>
          </p14:sldIdLst>
        </p14:section>
        <p14:section name="Implementation and Evaluation" id="{cff3fa5e-e058-7669-0d74-205368f33bcb}">
          <p14:sldIdLst>
            <p14:sldId id="281"/>
            <p14:sldId id="282"/>
            <p14:sldId id="283"/>
            <p14:sldId id="284"/>
            <p14:sldId id="285"/>
            <p14:sldId id="286"/>
            <p14:sldId id="287"/>
          </p14:sldIdLst>
        </p14:section>
        <p14:section name="Significance of the Research" id="{cce71182-2ba9-b020-3265-db2541eb7e67}">
          <p14:sldIdLst>
            <p14:sldId id="288"/>
            <p14:sldId id="289"/>
            <p14:sldId id="290"/>
            <p14:sldId id="291"/>
          </p14:sldIdLst>
        </p14:section>
        <p14:section name="Research Plan" id="{49cd9ade-773d-5b26-44b9-1639dea70ede}">
          <p14:sldIdLst>
            <p14:sldId id="292"/>
            <p14:sldId id="293"/>
          </p14:sldIdLst>
        </p14:section>
        <p14:section name="References" id="{105a1a36-7ebd-a779-e475-a29e32a2bde8}">
          <p14:sldIdLst>
            <p14:sldId id="294"/>
            <p14:sldId id="295"/>
            <p14:sldId id="296"/>
            <p14:sldId id="297"/>
            <p14:sldId id="298"/>
            <p14:sldId id="299"/>
          </p14:sldIdLst>
        </p14:section>
        <p14:section name="Thank You" id="{11b6d451-ef33-e6f3-a361-b763b4fcc6e4}">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2026-10-06T09:22:03Z</dcterms:created>
  <dcterms:modified xsi:type="dcterms:W3CDTF">2026-10-06T09:22:03Z</dcterms:modified>
</cp:coreProperties>
</file>