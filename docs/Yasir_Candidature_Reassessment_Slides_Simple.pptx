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a8d83bd-0d62-c970-e3b0-73e38d8314df}">
          <p14:sldIdLst>
            <p14:sldId id="256"/>
            <p14:sldId id="257"/>
          </p14:sldIdLst>
        </p14:section>
        <p14:section name="The Problem" id="{d4e8c96b-895a-756d-42e8-42033ba52966}">
          <p14:sldIdLst>
            <p14:sldId id="258"/>
            <p14:sldId id="259"/>
          </p14:sldIdLst>
        </p14:section>
        <p14:section name="Literature Review" id="{335605e8-fe2e-4afd-21cd-3ae721ba306d}">
          <p14:sldIdLst>
            <p14:sldId id="260"/>
            <p14:sldId id="261"/>
          </p14:sldIdLst>
        </p14:section>
        <p14:section name="Gaps, Questions and Objectives" id="{77bb558e-599f-0e47-184c-ce07f7e3027c}">
          <p14:sldIdLst>
            <p14:sldId id="262"/>
            <p14:sldId id="263"/>
            <p14:sldId id="264"/>
            <p14:sldId id="265"/>
          </p14:sldIdLst>
        </p14:section>
        <p14:section name="The Framework" id="{c31aa1a4-3cc7-f792-8ce3-09179b5e490f}">
          <p14:sldIdLst>
            <p14:sldId id="266"/>
            <p14:sldId id="267"/>
            <p14:sldId id="268"/>
            <p14:sldId id="269"/>
            <p14:sldId id="270"/>
            <p14:sldId id="271"/>
            <p14:sldId id="272"/>
            <p14:sldId id="273"/>
          </p14:sldIdLst>
        </p14:section>
        <p14:section name="Validation and Evaluation" id="{0c3c8e84-11fb-4c5a-39a0-eb33b419dbb3}">
          <p14:sldIdLst>
            <p14:sldId id="274"/>
            <p14:sldId id="275"/>
            <p14:sldId id="276"/>
            <p14:sldId id="277"/>
          </p14:sldIdLst>
        </p14:section>
        <p14:section name="Contribution" id="{0bba21c6-a985-f01c-3a59-f08f02112115}">
          <p14:sldIdLst>
            <p14:sldId id="278"/>
            <p14:sldId id="279"/>
            <p14:sldId id="280"/>
          </p14:sldIdLst>
        </p14:section>
        <p14:section name="What is Still Open" id="{59fd84fb-32b8-274a-ecdc-f3fd0763e2cf}">
          <p14:sldIdLst>
            <p14:sldId id="281"/>
          </p14:sldIdLst>
        </p14:section>
        <p14:section name="Research Plan" id="{e5d232ce-30bc-aae7-e546-ccdf390097ec}">
          <p14:sldIdLst>
            <p14:sldId id="282"/>
            <p14:sldId id="283"/>
          </p14:sldIdLst>
        </p14:section>
        <p14:section name="Demo: The HALAH Prototype" id="{1e2c7486-35e3-8163-ab81-87dffd8920ab}">
          <p14:sldIdLst>
            <p14:sldId id="284"/>
            <p14:sldId id="285"/>
            <p14:sldId id="286"/>
            <p14:sldId id="287"/>
            <p14:sldId id="288"/>
            <p14:sldId id="289"/>
            <p14:sldId id="290"/>
            <p14:sldId id="291"/>
            <p14:sldId id="292"/>
            <p14:sldId id="293"/>
            <p14:sldId id="294"/>
          </p14:sldIdLst>
        </p14:section>
        <p14:section name="References" id="{72e40e5e-7281-dbfd-c4d9-02dba5fddbe0}">
          <p14:sldIdLst>
            <p14:sldId id="295"/>
            <p14:sldId id="296"/>
            <p14:sldId id="297"/>
            <p14:sldId id="298"/>
            <p14:sldId id="299"/>
            <p14:sldId id="300"/>
          </p14:sldIdLst>
        </p14:section>
        <p14:section name="Thank You" id="{ce0fbd03-deb2-abe8-71a4-5d9271c8e11e}">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VL fails,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VL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T time, L jurisdiction,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2026-10-06T14:29:24Z</dcterms:created>
  <dcterms:modified xsi:type="dcterms:W3CDTF">2026-10-06T14:29:24Z</dcterms:modified>
</cp:coreProperties>
</file>