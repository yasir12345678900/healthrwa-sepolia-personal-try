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956a309-4ef6-44d1-8c74-6841474caa5a}">
          <p14:sldIdLst>
            <p14:sldId id="256"/>
          </p14:sldIdLst>
        </p14:section>
        <p14:section name="Outline" id="{6880d9e6-9e19-b2a3-7b0e-a44941964a59}">
          <p14:sldIdLst>
            <p14:sldId id="257"/>
          </p14:sldIdLst>
        </p14:section>
        <p14:section name="Introduction" id="{a6ac73cc-83b2-feb1-6401-09fbdf5d8be4}">
          <p14:sldIdLst>
            <p14:sldId id="258"/>
            <p14:sldId id="259"/>
          </p14:sldIdLst>
        </p14:section>
        <p14:section name="Systematic Literature Review" id="{eb7ee5ee-0e40-f54d-5753-62809f7ab9ed}">
          <p14:sldIdLst>
            <p14:sldId id="260"/>
            <p14:sldId id="261"/>
            <p14:sldId id="262"/>
            <p14:sldId id="263"/>
            <p14:sldId id="264"/>
            <p14:sldId id="265"/>
            <p14:sldId id="266"/>
            <p14:sldId id="267"/>
          </p14:sldIdLst>
        </p14:section>
        <p14:section name="Research Gap" id="{22472d28-24ea-7c42-5cb0-cffc1c121fca}">
          <p14:sldIdLst>
            <p14:sldId id="268"/>
          </p14:sldIdLst>
        </p14:section>
        <p14:section name="Research Questions" id="{1be681ef-94e5-d9f9-fe28-d3c600f52c1e}">
          <p14:sldIdLst>
            <p14:sldId id="269"/>
            <p14:sldId id="270"/>
          </p14:sldIdLst>
        </p14:section>
        <p14:section name="Research Objectives" id="{dbaed0d0-d8b5-ec7c-6ccc-eecc9f3bd60b}">
          <p14:sldIdLst>
            <p14:sldId id="271"/>
          </p14:sldIdLst>
        </p14:section>
        <p14:section name="Research Methodology" id="{49fb261a-0ba3-c96d-3f48-c34577a955b6}">
          <p14:sldIdLst>
            <p14:sldId id="272"/>
          </p14:sldIdLst>
        </p14:section>
        <p14:section name="Research Architecture" id="{049b3c30-cae7-160f-bc32-4e340c38dc44}">
          <p14:sldIdLst>
            <p14:sldId id="273"/>
          </p14:sldIdLst>
        </p14:section>
        <p14:section name="The Proposed Solutions" id="{8e5b9428-41a1-ae82-bb42-c6f077f07fba}">
          <p14:sldIdLst>
            <p14:sldId id="274"/>
            <p14:sldId id="275"/>
            <p14:sldId id="276"/>
            <p14:sldId id="277"/>
            <p14:sldId id="278"/>
            <p14:sldId id="279"/>
            <p14:sldId id="280"/>
          </p14:sldIdLst>
        </p14:section>
        <p14:section name="Implementation and Evaluation" id="{a1f69cff-a09b-8329-6ced-c13a12734a4a}">
          <p14:sldIdLst>
            <p14:sldId id="281"/>
            <p14:sldId id="282"/>
            <p14:sldId id="283"/>
            <p14:sldId id="284"/>
            <p14:sldId id="285"/>
            <p14:sldId id="286"/>
            <p14:sldId id="287"/>
          </p14:sldIdLst>
        </p14:section>
        <p14:section name="Significance of the Research" id="{87961260-2ed7-75e0-67d8-f8610bc4c6d9}">
          <p14:sldIdLst>
            <p14:sldId id="288"/>
            <p14:sldId id="289"/>
            <p14:sldId id="290"/>
            <p14:sldId id="291"/>
          </p14:sldIdLst>
        </p14:section>
        <p14:section name="Research Plan" id="{ec778f54-3e1a-4b1b-1d45-4b16f8dcd714}">
          <p14:sldIdLst>
            <p14:sldId id="292"/>
            <p14:sldId id="293"/>
          </p14:sldIdLst>
        </p14:section>
        <p14:section name="References" id="{9dc65600-174c-ca65-52ab-329bd7bfdef6}">
          <p14:sldIdLst>
            <p14:sldId id="294"/>
            <p14:sldId id="295"/>
            <p14:sldId id="296"/>
          </p14:sldIdLst>
        </p14:section>
        <p14:section name="Thank You" id="{4146ea2d-deec-80ae-7013-6609afcbb230}">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
The next stage adds the SUSPENDED state,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First,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Second, on the right is the gas used by the five anchored transactions. Gas is the unit of computing work on Ethereum. The first two bars are for token 8, from the earlier deployment. The other three are on the current contract, ConsentSBTv3.
Third, compare the bars.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and duplicate approvals are not counted; a replayed signature fails the identity check (VI).</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F27x.png">    </p:cNvPr>
          <p:cNvPicPr>
            <a:picLocks noChangeAspect="1"/>
          </p:cNvPicPr>
          <p:nvPr/>
        </p:nvPicPr>
        <p:blipFill>
          <a:blip r:embed="rId1"/>
          <a:stretch>
            <a:fillRect/>
          </a:stretch>
        </p:blipFill>
        <p:spPr>
          <a:xfrm>
            <a:off x="3008376" y="1392793"/>
            <a:ext cx="6181344" cy="4072415"/>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2026-10-12T08:34:35Z</dcterms:created>
  <dcterms:modified xsi:type="dcterms:W3CDTF">2026-10-12T08:34:35Z</dcterms:modified>
</cp:coreProperties>
</file>