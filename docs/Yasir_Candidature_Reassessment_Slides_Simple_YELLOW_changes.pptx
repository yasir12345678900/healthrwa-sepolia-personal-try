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3ec227d-916a-5fa2-3d86-285d9e8ac351}">
          <p14:sldIdLst>
            <p14:sldId id="256"/>
            <p14:sldId id="257"/>
          </p14:sldIdLst>
        </p14:section>
        <p14:section name="The Problem" id="{42af1720-4b11-2279-51ef-6b2d217b4514}">
          <p14:sldIdLst>
            <p14:sldId id="258"/>
            <p14:sldId id="259"/>
          </p14:sldIdLst>
        </p14:section>
        <p14:section name="Literature Review" id="{8455f1cc-2e81-78c4-949e-a32e463d38a5}">
          <p14:sldIdLst>
            <p14:sldId id="260"/>
            <p14:sldId id="261"/>
          </p14:sldIdLst>
        </p14:section>
        <p14:section name="Gap, Questions and Objectives" id="{3f32e46b-1cb6-dc18-223d-47600ea42cc9}">
          <p14:sldIdLst>
            <p14:sldId id="262"/>
            <p14:sldId id="263"/>
            <p14:sldId id="264"/>
            <p14:sldId id="265"/>
          </p14:sldIdLst>
        </p14:section>
        <p14:section name="The Framework" id="{328dfc8e-0cf7-68a7-6892-bd73cf685ed0}">
          <p14:sldIdLst>
            <p14:sldId id="266"/>
            <p14:sldId id="267"/>
            <p14:sldId id="268"/>
            <p14:sldId id="269"/>
            <p14:sldId id="270"/>
            <p14:sldId id="271"/>
            <p14:sldId id="272"/>
            <p14:sldId id="273"/>
          </p14:sldIdLst>
        </p14:section>
        <p14:section name="Validation and Evaluation" id="{7c77e878-74e4-da25-d41a-de7bc6f0e4a4}">
          <p14:sldIdLst>
            <p14:sldId id="274"/>
            <p14:sldId id="275"/>
            <p14:sldId id="276"/>
            <p14:sldId id="277"/>
          </p14:sldIdLst>
        </p14:section>
        <p14:section name="Contribution" id="{2a829940-17ae-4dfd-10f2-2aaa5903520a}">
          <p14:sldIdLst>
            <p14:sldId id="278"/>
            <p14:sldId id="279"/>
            <p14:sldId id="280"/>
            <p14:sldId id="281"/>
          </p14:sldIdLst>
        </p14:section>
        <p14:section name="What is Still Open" id="{e1001c38-8609-6854-03d1-faf59301d2de}">
          <p14:sldIdLst>
            <p14:sldId id="282"/>
          </p14:sldIdLst>
        </p14:section>
        <p14:section name="Research Plan" id="{0839d8d4-2bc9-0959-aaf5-0332f1269598}">
          <p14:sldIdLst>
            <p14:sldId id="283"/>
            <p14:sldId id="284"/>
          </p14:sldIdLst>
        </p14:section>
        <p14:section name="Demo: The HALAH Prototype" id="{dc3ee6fa-4b4f-5978-6733-ac2a61ea6a38}">
          <p14:sldIdLst>
            <p14:sldId id="285"/>
            <p14:sldId id="286"/>
            <p14:sldId id="287"/>
            <p14:sldId id="288"/>
            <p14:sldId id="289"/>
            <p14:sldId id="290"/>
            <p14:sldId id="291"/>
            <p14:sldId id="292"/>
          </p14:sldIdLst>
        </p14:section>
        <p14:section name="References" id="{3b83cc89-c8be-96fb-ae81-b5340cc1170f}">
          <p14:sldIdLst>
            <p14:sldId id="293"/>
            <p14:sldId id="294"/>
            <p14:sldId id="295"/>
          </p14:sldIdLst>
        </p14:section>
        <p14:section name="Thank You" id="{3bcc995b-e806-0182-1e2d-a695029e2cd6}">
          <p14:sldIdLst>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Approvals from outsiders and duplicates are not counted; a signature replayed from another consent fails the identity check.</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2026-10-12T08:34:33Z</dcterms:created>
  <dcterms:modified xsi:type="dcterms:W3CDTF">2026-10-12T08:34:33Z</dcterms:modified>
</cp:coreProperties>
</file>