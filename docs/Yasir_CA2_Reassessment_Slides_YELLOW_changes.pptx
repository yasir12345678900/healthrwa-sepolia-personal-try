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e1daab4-7f15-de8b-2eea-9af0d3649003}">
          <p14:sldIdLst>
            <p14:sldId id="256"/>
          </p14:sldIdLst>
        </p14:section>
        <p14:section name="Outline" id="{ad44bf87-bb45-3f9f-8a7d-eacced570c9a}">
          <p14:sldIdLst>
            <p14:sldId id="257"/>
          </p14:sldIdLst>
        </p14:section>
        <p14:section name="Introduction" id="{3e425b92-f21b-680f-f843-7ee2fe5808dc}">
          <p14:sldIdLst>
            <p14:sldId id="258"/>
            <p14:sldId id="259"/>
          </p14:sldIdLst>
        </p14:section>
        <p14:section name="Systematic Literature Review" id="{59e274f3-7980-5411-2e02-c1ae1333fea9}">
          <p14:sldIdLst>
            <p14:sldId id="260"/>
            <p14:sldId id="261"/>
            <p14:sldId id="262"/>
            <p14:sldId id="263"/>
            <p14:sldId id="264"/>
            <p14:sldId id="265"/>
            <p14:sldId id="266"/>
            <p14:sldId id="267"/>
          </p14:sldIdLst>
        </p14:section>
        <p14:section name="Research Gap" id="{208db7f7-5095-2e27-70fd-b482afc29ac2}">
          <p14:sldIdLst>
            <p14:sldId id="268"/>
          </p14:sldIdLst>
        </p14:section>
        <p14:section name="Research Questions" id="{247e0a7d-7c0b-74b1-a792-56f343991d81}">
          <p14:sldIdLst>
            <p14:sldId id="269"/>
            <p14:sldId id="270"/>
          </p14:sldIdLst>
        </p14:section>
        <p14:section name="Research Objectives" id="{436eb3e9-8bcd-1041-848c-b580c10914bd}">
          <p14:sldIdLst>
            <p14:sldId id="271"/>
          </p14:sldIdLst>
        </p14:section>
        <p14:section name="Research Methodology" id="{4672da96-5da0-ad24-828a-cc4579cd1808}">
          <p14:sldIdLst>
            <p14:sldId id="272"/>
          </p14:sldIdLst>
        </p14:section>
        <p14:section name="Research Architecture" id="{9be7bfe7-c439-22b4-418e-3c1a395f0a31}">
          <p14:sldIdLst>
            <p14:sldId id="273"/>
          </p14:sldIdLst>
        </p14:section>
        <p14:section name="The Proposed Solutions" id="{05a74bb3-9d07-8d32-b887-99f642a3251f}">
          <p14:sldIdLst>
            <p14:sldId id="274"/>
            <p14:sldId id="275"/>
            <p14:sldId id="276"/>
            <p14:sldId id="277"/>
            <p14:sldId id="278"/>
            <p14:sldId id="279"/>
            <p14:sldId id="280"/>
          </p14:sldIdLst>
        </p14:section>
        <p14:section name="Implementation and Evaluation" id="{60246073-6977-0c91-c331-e3e32dcc144f}">
          <p14:sldIdLst>
            <p14:sldId id="281"/>
            <p14:sldId id="282"/>
            <p14:sldId id="283"/>
            <p14:sldId id="284"/>
            <p14:sldId id="285"/>
            <p14:sldId id="286"/>
            <p14:sldId id="287"/>
          </p14:sldIdLst>
        </p14:section>
        <p14:section name="Significance of the Research" id="{a904187e-35d4-26fc-1802-a42a6b22f1f7}">
          <p14:sldIdLst>
            <p14:sldId id="288"/>
            <p14:sldId id="289"/>
            <p14:sldId id="290"/>
            <p14:sldId id="291"/>
          </p14:sldIdLst>
        </p14:section>
        <p14:section name="Research Plan" id="{80f47f2c-45f6-bba1-9000-97281eeebf55}">
          <p14:sldIdLst>
            <p14:sldId id="292"/>
            <p14:sldId id="293"/>
          </p14:sldIdLst>
        </p14:section>
        <p14:section name="References" id="{70506885-031a-d9b3-41db-6048874d1507}">
          <p14:sldIdLst>
            <p14:sldId id="294"/>
            <p14:sldId id="295"/>
            <p14:sldId id="296"/>
          </p14:sldIdLst>
        </p14:section>
        <p14:section name="Thank You" id="{527ecfd6-4cb8-d2ac-cec4-29b08364f028}">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 </a:t>
            </a:r>
            <a:r>
              <a:rPr lang="en-US" dirty="0">
                <a:highlight>
                  <a:srgbClr val="FFFF00"/>
                </a:highlight>
              </a:rPr>
              <a:t>L means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a:t>
            </a:r>
            <a:r>
              <a:rPr lang="en-US" dirty="0">
                <a:highlight>
                  <a:srgbClr val="FFFF00"/>
                </a:highlight>
              </a:rPr>
              <a:t>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of the HALAH prototype, for the evaluated consent, f050c29a.</a:t>
            </a:r>
            <a:r>
              <a:rPr lang="en-US" dirty="0"/>
              <a:t>
</a:t>
            </a:r>
            <a:r>
              <a:rPr lang="en-US" dirty="0">
                <a:highlight>
                  <a:srgbClr val="FFFF00"/>
                </a:highlight>
              </a:rPr>
              <a:t>The doctor enters the consent ID.</a:t>
            </a:r>
            <a:r>
              <a:rPr lang="en-US" dirty="0"/>
              <a:t> Below that is the decision matrix. VI is identity and authority. VA is collective approval, and revocation is also checked inside VA. VP is policy and context. VT is time. </a:t>
            </a:r>
            <a:r>
              <a:rPr lang="en-US" dirty="0">
                <a:highlight>
                  <a:srgbClr val="FFFF00"/>
                </a:highlight>
              </a:rPr>
              <a:t>All five checks show PASS</a:t>
            </a:r>
            <a:r>
              <a:rPr lang="en-US" dirty="0"/>
              <a:t>,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t>
            </a:r>
            <a:r>
              <a:rPr lang="en-US" dirty="0">
                <a:highlight>
                  <a:srgbClr val="FFFF00"/>
                </a:highlight>
              </a:rPr>
              <a:t>and</a:t>
            </a:r>
            <a:r>
              <a:rPr lang="en-US" dirty="0"/>
              <a:t>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t>
            </a:r>
            <a:r>
              <a:rPr lang="en-US" dirty="0">
                <a:highlight>
                  <a:srgbClr val="FFFF00"/>
                </a:highlight>
              </a:rPr>
              <a:t>and</a:t>
            </a:r>
            <a:r>
              <a:rPr lang="en-US" dirty="0"/>
              <a:t>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RQs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a:t>
            </a:r>
            <a:r>
              <a:rPr lang="en-US" sz="1600" dirty="0">
                <a:solidFill>
                  <a:srgbClr val="FFFFFF"/>
                </a:solidFill>
              </a:rPr>
              <a:t> 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(1/3)</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2026-10-10T15:45:09Z</dcterms:created>
  <dcterms:modified xsi:type="dcterms:W3CDTF">2026-10-10T15:45:09Z</dcterms:modified>
</cp:coreProperties>
</file>