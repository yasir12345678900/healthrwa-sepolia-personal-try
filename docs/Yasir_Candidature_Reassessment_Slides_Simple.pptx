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6d6254a-9095-1dba-af38-112d39f369ea}">
          <p14:sldIdLst>
            <p14:sldId id="256"/>
            <p14:sldId id="257"/>
          </p14:sldIdLst>
        </p14:section>
        <p14:section name="The Problem" id="{3e947b09-9fb7-55ef-626a-fd8594a99558}">
          <p14:sldIdLst>
            <p14:sldId id="258"/>
            <p14:sldId id="259"/>
          </p14:sldIdLst>
        </p14:section>
        <p14:section name="Literature Review" id="{0ffa2325-acca-cc5f-84d1-f86eec23a179}">
          <p14:sldIdLst>
            <p14:sldId id="260"/>
            <p14:sldId id="261"/>
          </p14:sldIdLst>
        </p14:section>
        <p14:section name="Gap, Questions and Objectives" id="{7b3c8fd5-db5b-ef64-914e-ca3d3447af15}">
          <p14:sldIdLst>
            <p14:sldId id="262"/>
            <p14:sldId id="263"/>
            <p14:sldId id="264"/>
            <p14:sldId id="265"/>
          </p14:sldIdLst>
        </p14:section>
        <p14:section name="The Framework" id="{ba97abf8-0d47-9614-da84-3ba0b0ed64e0}">
          <p14:sldIdLst>
            <p14:sldId id="266"/>
            <p14:sldId id="267"/>
            <p14:sldId id="268"/>
            <p14:sldId id="269"/>
            <p14:sldId id="270"/>
            <p14:sldId id="271"/>
            <p14:sldId id="272"/>
            <p14:sldId id="273"/>
          </p14:sldIdLst>
        </p14:section>
        <p14:section name="Validation and Evaluation" id="{9db1329c-9876-411b-4611-55cdd5e8f051}">
          <p14:sldIdLst>
            <p14:sldId id="274"/>
            <p14:sldId id="275"/>
            <p14:sldId id="276"/>
            <p14:sldId id="277"/>
          </p14:sldIdLst>
        </p14:section>
        <p14:section name="Contribution" id="{b21eb46e-c195-af5f-d294-55c426d5cad0}">
          <p14:sldIdLst>
            <p14:sldId id="278"/>
            <p14:sldId id="279"/>
            <p14:sldId id="280"/>
            <p14:sldId id="281"/>
          </p14:sldIdLst>
        </p14:section>
        <p14:section name="What is Still Open" id="{955a2497-55e7-fe41-b962-53c0373d3a51}">
          <p14:sldIdLst>
            <p14:sldId id="282"/>
          </p14:sldIdLst>
        </p14:section>
        <p14:section name="Research Plan" id="{d62e1f98-e529-ac1d-d8b5-d5153aed7b56}">
          <p14:sldIdLst>
            <p14:sldId id="283"/>
            <p14:sldId id="284"/>
          </p14:sldIdLst>
        </p14:section>
        <p14:section name="Demo: The HALAH Prototype" id="{a57cc34c-4b78-11b4-7021-bc740fdf12db}">
          <p14:sldIdLst>
            <p14:sldId id="285"/>
            <p14:sldId id="286"/>
            <p14:sldId id="287"/>
            <p14:sldId id="288"/>
            <p14:sldId id="289"/>
            <p14:sldId id="290"/>
            <p14:sldId id="291"/>
            <p14:sldId id="292"/>
            <p14:sldId id="293"/>
            <p14:sldId id="294"/>
          </p14:sldIdLst>
        </p14:section>
        <p14:section name="References" id="{76aff837-5a19-3cc0-4821-d75585bcce80}">
          <p14:sldIdLst>
            <p14:sldId id="295"/>
            <p14:sldId id="296"/>
            <p14:sldId id="297"/>
          </p14:sldIdLst>
        </p14:section>
        <p14:section name="Thank You" id="{28f6f9c6-f390-a097-7615-b1310edc3c93}">
          <p14:sldIdLst>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demonstration of the prototype through the slides: the life of a consent, from the day it is created to the day it is revoked, with real screens from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and wallet-held guardian keys. Today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the life of a consent, from creation to revocation, with real screens from the prototype.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VI, VA, VP, VT and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and duplicates are not counted; a signature replayed from another consent fails the identity check.</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twelve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and wallet-held guardian keys. Today: signature recovery and keys derived from the guardian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Real screens from the prototype,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FFFFFF"/>
                </a:solidFill>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FFFFFF"/>
                </a:solidFill>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2026-10-11T18:11:14Z</dcterms:created>
  <dcterms:modified xsi:type="dcterms:W3CDTF">2026-10-11T18:11:14Z</dcterms:modified>
</cp:coreProperties>
</file>