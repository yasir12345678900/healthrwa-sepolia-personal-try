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08bfe51-d593-bd99-2cb6-4d4508ebbf4b}">
          <p14:sldIdLst>
            <p14:sldId id="256"/>
          </p14:sldIdLst>
        </p14:section>
        <p14:section name="Outline" id="{4afa2d44-cf28-82c0-f044-17d05e2320e6}">
          <p14:sldIdLst>
            <p14:sldId id="257"/>
          </p14:sldIdLst>
        </p14:section>
        <p14:section name="Introduction" id="{d8dce076-baca-2c18-4234-4648eb2a8d4e}">
          <p14:sldIdLst>
            <p14:sldId id="258"/>
            <p14:sldId id="259"/>
          </p14:sldIdLst>
        </p14:section>
        <p14:section name="Systematic Literature Review" id="{8a992155-51bc-9c74-8155-34b68e2fb98a}">
          <p14:sldIdLst>
            <p14:sldId id="260"/>
            <p14:sldId id="261"/>
            <p14:sldId id="262"/>
            <p14:sldId id="263"/>
            <p14:sldId id="264"/>
            <p14:sldId id="265"/>
            <p14:sldId id="266"/>
            <p14:sldId id="267"/>
          </p14:sldIdLst>
        </p14:section>
        <p14:section name="Research Gaps" id="{daffb150-644a-8481-ac44-37da237f28ec}">
          <p14:sldIdLst>
            <p14:sldId id="268"/>
          </p14:sldIdLst>
        </p14:section>
        <p14:section name="Research Questions" id="{323972a5-791e-a0a3-9e11-5f12f14918be}">
          <p14:sldIdLst>
            <p14:sldId id="269"/>
            <p14:sldId id="270"/>
          </p14:sldIdLst>
        </p14:section>
        <p14:section name="Research Objectives" id="{ca2b8442-b51d-ea2d-741c-64b2318a9d61}">
          <p14:sldIdLst>
            <p14:sldId id="271"/>
          </p14:sldIdLst>
        </p14:section>
        <p14:section name="Research Methodology" id="{70b6b048-5430-b192-8e45-56df25178dfc}">
          <p14:sldIdLst>
            <p14:sldId id="272"/>
          </p14:sldIdLst>
        </p14:section>
        <p14:section name="Research Architecture" id="{3ce025e8-e053-3dac-809e-7aa9996926f1}">
          <p14:sldIdLst>
            <p14:sldId id="273"/>
          </p14:sldIdLst>
        </p14:section>
        <p14:section name="The Proposed Solutions" id="{c5f3a23e-46d0-b9c0-7b11-853c507a80a8}">
          <p14:sldIdLst>
            <p14:sldId id="274"/>
            <p14:sldId id="275"/>
            <p14:sldId id="276"/>
            <p14:sldId id="277"/>
            <p14:sldId id="278"/>
            <p14:sldId id="279"/>
            <p14:sldId id="280"/>
          </p14:sldIdLst>
        </p14:section>
        <p14:section name="Implementation and Evaluation" id="{91c7e7f2-a24a-6cb7-7c51-5b22dc2aa19f}">
          <p14:sldIdLst>
            <p14:sldId id="281"/>
            <p14:sldId id="282"/>
            <p14:sldId id="283"/>
            <p14:sldId id="284"/>
            <p14:sldId id="285"/>
            <p14:sldId id="286"/>
            <p14:sldId id="287"/>
          </p14:sldIdLst>
        </p14:section>
        <p14:section name="Significance of the Research" id="{9edca5f0-90fb-1dd6-93cb-77442d6ff8f7}">
          <p14:sldIdLst>
            <p14:sldId id="288"/>
            <p14:sldId id="289"/>
            <p14:sldId id="290"/>
            <p14:sldId id="291"/>
          </p14:sldIdLst>
        </p14:section>
        <p14:section name="Research Plan" id="{5f04502f-e525-efa7-cbac-6ed63d7c3df2}">
          <p14:sldIdLst>
            <p14:sldId id="292"/>
            <p14:sldId id="293"/>
          </p14:sldIdLst>
        </p14:section>
        <p14:section name="References" id="{3b2934c0-65af-8caa-8e03-d5255c416536}">
          <p14:sldIdLst>
            <p14:sldId id="294"/>
            <p14:sldId id="295"/>
            <p14:sldId id="296"/>
            <p14:sldId id="297"/>
            <p14:sldId id="298"/>
            <p14:sldId id="299"/>
          </p14:sldIdLst>
        </p14:section>
        <p14:section name="Thank You" id="{5031bb24-d677-b98e-44a8-2960e63ce919}">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CA2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CA3.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in CA3,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CA3 defence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CA3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CA3?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2026-10-04T12:25:26Z</dcterms:created>
  <dcterms:modified xsi:type="dcterms:W3CDTF">2026-10-04T12:25:26Z</dcterms:modified>
</cp:coreProperties>
</file>