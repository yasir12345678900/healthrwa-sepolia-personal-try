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885edb5-b73d-60db-99a5-b273da1f30fb}">
          <p14:sldIdLst>
            <p14:sldId id="256"/>
            <p14:sldId id="257"/>
          </p14:sldIdLst>
        </p14:section>
        <p14:section name="The Problem" id="{c8e572a0-febd-bfcb-2477-2eb4750793cf}">
          <p14:sldIdLst>
            <p14:sldId id="258"/>
            <p14:sldId id="259"/>
          </p14:sldIdLst>
        </p14:section>
        <p14:section name="Literature Review" id="{f8339fcb-2abe-6dda-d38f-c82308797fba}">
          <p14:sldIdLst>
            <p14:sldId id="260"/>
            <p14:sldId id="261"/>
          </p14:sldIdLst>
        </p14:section>
        <p14:section name="Gap, Questions and Objectives" id="{88d948d2-e9e5-e7b0-3cd1-3e67e782f68c}">
          <p14:sldIdLst>
            <p14:sldId id="262"/>
            <p14:sldId id="263"/>
            <p14:sldId id="264"/>
            <p14:sldId id="265"/>
          </p14:sldIdLst>
        </p14:section>
        <p14:section name="The Framework" id="{0507c015-a470-21d3-c917-b6466fad626f}">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a7cc19d9-6e10-df0d-a701-5659881721c6}">
          <p14:sldIdLst>
            <p14:sldId id="280"/>
            <p14:sldId id="281"/>
            <p14:sldId id="282"/>
            <p14:sldId id="283"/>
          </p14:sldIdLst>
        </p14:section>
        <p14:section name="Contribution" id="{bb471a69-619d-b9d1-67e2-e4557f080cb0}">
          <p14:sldIdLst>
            <p14:sldId id="284"/>
            <p14:sldId id="285"/>
            <p14:sldId id="286"/>
            <p14:sldId id="287"/>
          </p14:sldIdLst>
        </p14:section>
        <p14:section name="What is Still Open" id="{2a8a0eac-820f-bfac-f7a7-8dffe39c0d9b}">
          <p14:sldIdLst>
            <p14:sldId id="288"/>
          </p14:sldIdLst>
        </p14:section>
        <p14:section name="Research Plan" id="{b135e415-dd9f-dc6c-78b6-a41f26c01de6}">
          <p14:sldIdLst>
            <p14:sldId id="289"/>
            <p14:sldId id="290"/>
          </p14:sldIdLst>
        </p14:section>
        <p14:section name="Demo: The HALAH Prototype" id="{aa2535ab-f8c1-a8ed-82a2-969a4f12766c}">
          <p14:sldIdLst>
            <p14:sldId id="291"/>
            <p14:sldId id="292"/>
            <p14:sldId id="293"/>
            <p14:sldId id="294"/>
            <p14:sldId id="295"/>
            <p14:sldId id="296"/>
            <p14:sldId id="297"/>
            <p14:sldId id="298"/>
          </p14:sldIdLst>
        </p14:section>
        <p14:section name="References" id="{b022ff4d-7d5d-97ce-7f07-cb4822f52025}">
          <p14:sldIdLst>
            <p14:sldId id="299"/>
          </p14:sldIdLst>
        </p14:section>
        <p14:section name="Thank You" id="{eb986dec-6446-6b11-d61d-5af2eb33afc4}">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20040">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2004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715000"/>
            <a:ext cx="7315200" cy="91440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c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c" descr="/tmp/deck/img/yellow/F25c.png">    </p:cNvPr>
          <p:cNvPicPr>
            <a:picLocks noChangeAspect="1"/>
          </p:cNvPicPr>
          <p:nvPr/>
        </p:nvPicPr>
        <p:blipFill>
          <a:blip r:embed="rId2"/>
          <a:stretch>
            <a:fillRect/>
          </a:stretch>
        </p:blipFill>
        <p:spPr>
          <a:xfrm>
            <a:off x="6281928" y="2924426"/>
            <a:ext cx="5175504" cy="1649228"/>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2026-10-12T12:45:11Z</dcterms:created>
  <dcterms:modified xsi:type="dcterms:W3CDTF">2026-10-12T12:45:11Z</dcterms:modified>
</cp:coreProperties>
</file>