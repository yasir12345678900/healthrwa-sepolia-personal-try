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b3d7160-ac43-4e4f-f6bd-46a9878498b4}">
          <p14:sldIdLst>
            <p14:sldId id="256"/>
          </p14:sldIdLst>
        </p14:section>
        <p14:section name="Outline" id="{3969c4c3-4b33-861c-ce0c-7431a940144f}">
          <p14:sldIdLst>
            <p14:sldId id="257"/>
          </p14:sldIdLst>
        </p14:section>
        <p14:section name="Introduction" id="{0fc277e9-fa3f-6b2e-adb8-fa97b1b31583}">
          <p14:sldIdLst>
            <p14:sldId id="258"/>
            <p14:sldId id="259"/>
          </p14:sldIdLst>
        </p14:section>
        <p14:section name="Systematic Literature Review" id="{13fdcc37-c3fa-d7c8-aabe-d6c30f591037}">
          <p14:sldIdLst>
            <p14:sldId id="260"/>
            <p14:sldId id="261"/>
            <p14:sldId id="262"/>
            <p14:sldId id="263"/>
            <p14:sldId id="264"/>
            <p14:sldId id="265"/>
            <p14:sldId id="266"/>
            <p14:sldId id="267"/>
          </p14:sldIdLst>
        </p14:section>
        <p14:section name="Research Gap" id="{787d7c7d-779c-fa00-ce87-04f7ee69d8fc}">
          <p14:sldIdLst>
            <p14:sldId id="268"/>
          </p14:sldIdLst>
        </p14:section>
        <p14:section name="Research Questions" id="{60dd5506-7c33-ca1f-709c-0c5ea45c2261}">
          <p14:sldIdLst>
            <p14:sldId id="269"/>
            <p14:sldId id="270"/>
          </p14:sldIdLst>
        </p14:section>
        <p14:section name="Research Objectives" id="{88244328-2615-3026-336d-ef24f83422bd}">
          <p14:sldIdLst>
            <p14:sldId id="271"/>
          </p14:sldIdLst>
        </p14:section>
        <p14:section name="Research Methodology" id="{25621d1c-8783-bc0a-da6a-b96aa1dae8ba}">
          <p14:sldIdLst>
            <p14:sldId id="272"/>
          </p14:sldIdLst>
        </p14:section>
        <p14:section name="Research Architecture" id="{50b283f0-1de9-3e54-add1-2a300fc7f282}">
          <p14:sldIdLst>
            <p14:sldId id="273"/>
          </p14:sldIdLst>
        </p14:section>
        <p14:section name="The Proposed Solutions" id="{9975b1e5-f226-c66c-ec08-0e8c4c351cbc}">
          <p14:sldIdLst>
            <p14:sldId id="274"/>
            <p14:sldId id="275"/>
            <p14:sldId id="276"/>
            <p14:sldId id="277"/>
            <p14:sldId id="278"/>
            <p14:sldId id="279"/>
            <p14:sldId id="280"/>
          </p14:sldIdLst>
        </p14:section>
        <p14:section name="Implementation and Evaluation" id="{781c7429-ec26-0a98-e5b1-d40e213272ae}">
          <p14:sldIdLst>
            <p14:sldId id="281"/>
            <p14:sldId id="282"/>
            <p14:sldId id="283"/>
            <p14:sldId id="284"/>
            <p14:sldId id="285"/>
            <p14:sldId id="286"/>
            <p14:sldId id="287"/>
          </p14:sldIdLst>
        </p14:section>
        <p14:section name="Significance of the Research" id="{d1a11492-7d50-099a-bfb3-3dc3e3595732}">
          <p14:sldIdLst>
            <p14:sldId id="288"/>
            <p14:sldId id="289"/>
            <p14:sldId id="290"/>
            <p14:sldId id="291"/>
          </p14:sldIdLst>
        </p14:section>
        <p14:section name="Research Plan" id="{b7df84e2-760d-794d-33e7-9bd4f364c0b3}">
          <p14:sldIdLst>
            <p14:sldId id="292"/>
            <p14:sldId id="293"/>
          </p14:sldIdLst>
        </p14:section>
        <p14:section name="References" id="{8613fa27-ed00-198a-547c-9f5485d9e548}">
          <p14:sldIdLst>
            <p14:sldId id="294"/>
            <p14:sldId id="295"/>
            <p14:sldId id="296"/>
          </p14:sldIdLst>
        </p14:section>
        <p14:section name="Thank You" id="{c9dde0f8-9db5-2f31-c0e5-062604396646}">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and invokes VC verification.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
The next stage adds the SUSPENDED state,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of the HALAH prototype, for the evaluated consent, f050c29a.
The doctor enters the consent ID. Below that is the decision matrix. VI is identity and authority. VA is collective approval, and revocation is also checked inside VA. VP is policy and context. VT is time. All five checks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decision rule takes about 2 microseconds.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FFFFFF"/>
                </a:solidFill>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and duplicate approvals are not counted; a replayed signature fails the identity check (VI).</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Latency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3 mints, 2 revokes)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EIP‑712 signature recovery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2026-10-11T18:11:17Z</dcterms:created>
  <dcterms:modified xsi:type="dcterms:W3CDTF">2026-10-11T18:11:17Z</dcterms:modified>
</cp:coreProperties>
</file>