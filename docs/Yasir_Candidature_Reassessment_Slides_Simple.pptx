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4fed30e-d9a6-6eaa-0f62-3d60afe6e653}">
          <p14:sldIdLst>
            <p14:sldId id="256"/>
            <p14:sldId id="257"/>
          </p14:sldIdLst>
        </p14:section>
        <p14:section name="The Problem" id="{a4dc0daf-af62-deca-d395-1641aef3d8f5}">
          <p14:sldIdLst>
            <p14:sldId id="258"/>
            <p14:sldId id="259"/>
          </p14:sldIdLst>
        </p14:section>
        <p14:section name="Literature Review" id="{192e6746-217b-8df9-a62d-c73b17156b10}">
          <p14:sldIdLst>
            <p14:sldId id="260"/>
            <p14:sldId id="261"/>
          </p14:sldIdLst>
        </p14:section>
        <p14:section name="Gaps, Questions and Objectives" id="{5e611af2-d072-82e5-fec9-4b3c01615c39}">
          <p14:sldIdLst>
            <p14:sldId id="262"/>
            <p14:sldId id="263"/>
            <p14:sldId id="264"/>
            <p14:sldId id="265"/>
          </p14:sldIdLst>
        </p14:section>
        <p14:section name="The Framework" id="{20fba674-f0a3-cb46-e33c-0efce42bf26e}">
          <p14:sldIdLst>
            <p14:sldId id="266"/>
            <p14:sldId id="267"/>
            <p14:sldId id="268"/>
            <p14:sldId id="269"/>
            <p14:sldId id="270"/>
            <p14:sldId id="271"/>
            <p14:sldId id="272"/>
            <p14:sldId id="273"/>
          </p14:sldIdLst>
        </p14:section>
        <p14:section name="Validation and Evaluation" id="{e0bf6901-e1e8-61cf-731c-d6e850b9e3fe}">
          <p14:sldIdLst>
            <p14:sldId id="274"/>
            <p14:sldId id="275"/>
            <p14:sldId id="276"/>
            <p14:sldId id="277"/>
          </p14:sldIdLst>
        </p14:section>
        <p14:section name="Contribution" id="{f20c1317-aef5-b60b-ea57-8b06570c12c4}">
          <p14:sldIdLst>
            <p14:sldId id="278"/>
            <p14:sldId id="279"/>
            <p14:sldId id="280"/>
          </p14:sldIdLst>
        </p14:section>
        <p14:section name="What is Still Open" id="{a120046c-9bc1-e38a-aa5f-0ed94853c6ae}">
          <p14:sldIdLst>
            <p14:sldId id="281"/>
          </p14:sldIdLst>
        </p14:section>
        <p14:section name="Research Plan" id="{c93dfa9f-27e3-25f6-5679-70348184626b}">
          <p14:sldIdLst>
            <p14:sldId id="282"/>
            <p14:sldId id="283"/>
          </p14:sldIdLst>
        </p14:section>
        <p14:section name="Demo: The HALAH Prototype" id="{b66a2335-87ac-852e-e31a-562db50f810f}">
          <p14:sldIdLst>
            <p14:sldId id="284"/>
            <p14:sldId id="285"/>
            <p14:sldId id="286"/>
            <p14:sldId id="287"/>
            <p14:sldId id="288"/>
            <p14:sldId id="289"/>
            <p14:sldId id="290"/>
            <p14:sldId id="291"/>
            <p14:sldId id="292"/>
            <p14:sldId id="293"/>
            <p14:sldId id="294"/>
          </p14:sldIdLst>
        </p14:section>
        <p14:section name="References" id="{3942bbe7-855b-8d8f-e5c3-19ee63c2e714}">
          <p14:sldIdLst>
            <p14:sldId id="295"/>
            <p14:sldId id="296"/>
            <p14:sldId id="297"/>
            <p14:sldId id="298"/>
            <p14:sldId id="299"/>
            <p14:sldId id="300"/>
            <p14:sldId id="301"/>
          </p14:sldIdLst>
        </p14:section>
        <p14:section name="Thank You" id="{ac952a22-aba3-1d1c-63ee-387a9d72fe96}">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VL fails,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 They follow the UTS Harvard style, so they are listed by author name, not by number, and the names match the citations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VL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T time, L jurisdiction,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 implementation in JavaScript and WASM, viewed 7 October 2026, &lt;https://github.com/iden3/snarkjs&gt;.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 viewed 7 October 2026, &lt;https://ethereum.github.io/yellowpaper/paper.pdf&gt;.</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2026-10-07T07:47:57Z</dcterms:created>
  <dcterms:modified xsi:type="dcterms:W3CDTF">2026-10-07T07:47:57Z</dcterms:modified>
</cp:coreProperties>
</file>