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68f666e-fe07-6534-ea63-5c4b45d20750}">
          <p14:sldIdLst>
            <p14:sldId id="256"/>
            <p14:sldId id="257"/>
          </p14:sldIdLst>
        </p14:section>
        <p14:section name="The Problem" id="{1f9a6b63-47ba-f1e9-b932-a54aca15b692}">
          <p14:sldIdLst>
            <p14:sldId id="258"/>
            <p14:sldId id="259"/>
          </p14:sldIdLst>
        </p14:section>
        <p14:section name="Literature Review" id="{a34fac9a-b844-9390-0ffb-839969c15056}">
          <p14:sldIdLst>
            <p14:sldId id="260"/>
            <p14:sldId id="261"/>
          </p14:sldIdLst>
        </p14:section>
        <p14:section name="Gap, Questions and Objectives" id="{cd5e2adc-083f-4ecf-2f0f-b26788690331}">
          <p14:sldIdLst>
            <p14:sldId id="262"/>
            <p14:sldId id="263"/>
            <p14:sldId id="264"/>
            <p14:sldId id="265"/>
          </p14:sldIdLst>
        </p14:section>
        <p14:section name="The Framework" id="{d2fe2651-db5f-d0d7-4a79-222213dc10ce}">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ff6ab3dc-2c0e-77bb-8362-c4f68fd64f05}">
          <p14:sldIdLst>
            <p14:sldId id="280"/>
            <p14:sldId id="281"/>
            <p14:sldId id="282"/>
            <p14:sldId id="283"/>
          </p14:sldIdLst>
        </p14:section>
        <p14:section name="Contribution" id="{64fdd7bb-bdbf-c5f2-2e62-9432210b6cde}">
          <p14:sldIdLst>
            <p14:sldId id="284"/>
            <p14:sldId id="285"/>
            <p14:sldId id="286"/>
            <p14:sldId id="287"/>
          </p14:sldIdLst>
        </p14:section>
        <p14:section name="What is Still Open" id="{c45869af-7fd7-f03f-402e-aad3c9edc7e0}">
          <p14:sldIdLst>
            <p14:sldId id="288"/>
          </p14:sldIdLst>
        </p14:section>
        <p14:section name="Research Plan" id="{cd6bd2d7-9b70-044c-40ef-f593caaa0706}">
          <p14:sldIdLst>
            <p14:sldId id="289"/>
            <p14:sldId id="290"/>
          </p14:sldIdLst>
        </p14:section>
        <p14:section name="Demo: The HALAH Prototype" id="{46953a48-5d78-ff96-5699-67f5ef2ce0ef}">
          <p14:sldIdLst>
            <p14:sldId id="291"/>
            <p14:sldId id="292"/>
            <p14:sldId id="293"/>
            <p14:sldId id="294"/>
            <p14:sldId id="295"/>
            <p14:sldId id="296"/>
            <p14:sldId id="297"/>
            <p14:sldId id="298"/>
          </p14:sldIdLst>
        </p14:section>
        <p14:section name="References" id="{8db8060c-9c62-1930-2b27-804d47af7926}">
          <p14:sldIdLst>
            <p14:sldId id="299"/>
            <p14:sldId id="300"/>
            <p14:sldId id="301"/>
          </p14:sldIdLst>
        </p14:section>
        <p14:section name="Thank You" id="{d115cc43-8d3e-b41e-7f70-497b01652b98}">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a:t>
            </a:r>
            <a:r>
              <a:rPr lang="en-US" dirty="0">
                <a:highlight>
                  <a:srgbClr val="FFFF00"/>
                </a:highlight>
              </a:rPr>
              <a:t>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2026-10-12T10:31:57Z</dcterms:created>
  <dcterms:modified xsi:type="dcterms:W3CDTF">2026-10-12T10:31:57Z</dcterms:modified>
</cp:coreProperties>
</file>